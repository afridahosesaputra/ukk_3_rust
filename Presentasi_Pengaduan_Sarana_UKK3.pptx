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B152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0369A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UKK RPL 2025/2026 • PAKET 3 (KM25.4.1.1)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SARPRAS CARE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Layanan Aspirasi &amp; Pengaduan Fasilitas Kerusakan Sekolah Berbasis Rust + Axum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694944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Fitur Unggulan: Form Aspirasi Siswa Online  •  Pelacakan Status Real-Time  •  Tanggapan Petugas &amp; Progres %  •  Histori Status Perubahan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Data: pengaduan_sarana_sekolah (5 Tabel Ternormalisasi 3NF) | Engine: MySQL InnoDB / SQLite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92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Perancangan Basis Data (ERD)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" y="676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Diagram Relasi Entitas (MySQL Workbench Style) • 5 Tabel Ternormalisasi 3NF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SARPRAS CARE • Uji Kompetensi Keahlian RPL 2025/2026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097280"/>
            <a:ext cx="7717536" cy="3328416"/>
          </a:xfrm>
          <a:prstGeom prst="roundRect">
            <a:avLst>
              <a:gd name="adj" fmla="val 2198"/>
            </a:avLst>
          </a:prstGeom>
          <a:solidFill>
            <a:srgbClr val="050A18"/>
          </a:solidFill>
          <a:ln w="19050">
            <a:solidFill>
              <a:srgbClr val="38BDF8"/>
            </a:solidFill>
            <a:prstDash val="solid"/>
          </a:ln>
        </p:spPr>
      </p:sp>
      <p:pic>
        <p:nvPicPr>
          <p:cNvPr id="7" name="Image 0" descr="D:\belajar ukk rust\ukk3\assets\erd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115568"/>
            <a:ext cx="768096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480560"/>
            <a:ext cx="768096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Kardinalitas 1 : N (One-to-Many) • Foreign Key Cascade Integritas • Normalisasi 3NF (Bebas Redundansi) • MySQL InnoDB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92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Kamus Data &amp; Spesifikasi ERD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" y="676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Tabel, Tipe Kolom, &amp; Kunci Integritas Relasional Sesuai Standar UKK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SARPRAS CARE • Uji Kompetensi Keahlian RPL 2025/2026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4300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95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7218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nama_lengkap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(admin/petugas/siswa)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nisn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kelas (VARCHAR)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23682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N ke aspirasi &amp; umpan_balik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55848" y="11430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14300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1795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147218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nama_kategori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deskripsi (TEXT)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(DATETIME)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47288" y="23682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N ke aspirasi sarana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80176" y="114300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1143000"/>
            <a:ext cx="242316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1795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aspirasi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71616" y="147218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kode_tiket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nisn (FK, 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id_kategori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lokasi_sarana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deskripsi (TEXT)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(menunggu/proses/selesai)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71616" y="23682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1 : N ke umpan_balik &amp; histori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78892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788920"/>
            <a:ext cx="242316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8254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umpan_balik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118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id_aspirasi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id_petugas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nama_petugas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tanggapan (TEXT)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progres_persen (INT 0-100%)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40142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N : 1 ke aspirasi &amp; users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55848" y="278892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848" y="278892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28254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histori_status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47288" y="3118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id_aspirasi (FK,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status_lama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status_baru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catatan (TEXT)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diubah_oleh (VARCHAR)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47288" y="40142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N : 1 ke aspirasi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0176" y="278892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0B152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0176" y="2788920"/>
            <a:ext cx="2423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28254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71616" y="311810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(PK, 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aktivitas (VARCHAR)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 (DATETIME)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71616" y="401421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Sistem log audit integritas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1520" y="4480560"/>
            <a:ext cx="768096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Standar Integritas: Validasi Tipe Data Strict, Foreign Key Constraints, Indeks Pencarian Efisien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292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Pembuktian Normalisasi &amp; Integritas Basis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" y="676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Data Bebas Redundansi (1NF, 2NF, 3NF) &amp; Aturan Relasional ACID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4828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SARPRAS CARE • Uji Kompetensi Keahlian RPL 2025/2026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0B152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1: First Normal Form (1NF)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Setiap atribut tabel bernilai atomik (tidak ada multivalue/kolom array gabungan).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Setiap baris data memiliki Primary Key unik (AUTO_INCREMENT / UUID).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Tidak ada duplikasi record data di seluruh entitas tabel.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55848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0B1528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2: Second Normal Form (2NF)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93008" y="18745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Telah memenuhi seluruh kriteria normalisasi 1NF.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Semua atribut non-kunci bergantung secara fungsional penuh pada Primary Key.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Menghilangkan ketergantungan parsial dengan memecah relasi menjadi entitas mandiri.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0176" y="1188720"/>
            <a:ext cx="2423160" cy="3108960"/>
          </a:xfrm>
          <a:prstGeom prst="roundRect">
            <a:avLst>
              <a:gd name="adj" fmla="val 3019"/>
            </a:avLst>
          </a:prstGeom>
          <a:solidFill>
            <a:srgbClr val="0B152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17336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3: Third Normal Form (3NF)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17336" y="187452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Telah memenuhi seluruh kriteria normalisasi 2NF.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Bebas dari ketergantungan transitif (tidak ada atribut non-kunci bergantung pada atribut non-kunci lain).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kalkulasi &amp; deskripsi turunan tidak disimpan ganda guna menjaga integritas.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768096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80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Siap untuk Pengujian Asesor UKK: Query Bebas Anomali Insert, Update, dan Delete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UKK 3 - Pengaduan Sarana Sekolah</dc:title>
  <dc:subject>PptxGenJS Presentation</dc:subject>
  <dc:creator>Siswa RPL SMK - UKK 2025/2026</dc:creator>
  <cp:lastModifiedBy>Siswa RPL SMK - UKK 2025/2026</cp:lastModifiedBy>
  <cp:revision>1</cp:revision>
  <dcterms:created xsi:type="dcterms:W3CDTF">2026-09-22T08:42:30Z</dcterms:created>
  <dcterms:modified xsi:type="dcterms:W3CDTF">2026-09-22T08:42:30Z</dcterms:modified>
</cp:coreProperties>
</file>